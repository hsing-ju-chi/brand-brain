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43000" y="1828800"/>
            <a:ext cx="3174950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390650" y="2343150"/>
            <a:ext cx="609600" cy="41910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095500" y="2343150"/>
            <a:ext cx="609600" cy="419100"/>
          </a:xfrm>
          <a:prstGeom prst="rect">
            <a:avLst/>
          </a:prstGeom>
          <a:solidFill>
            <a:srgbClr val="F3F1EC"/>
          </a:solidFill>
          <a:ln w="9525">
            <a:solidFill>
              <a:srgbClr val="1C1C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800350" y="2343150"/>
            <a:ext cx="609600" cy="41910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390650" y="3019425"/>
            <a:ext cx="609600" cy="419100"/>
          </a:xfrm>
          <a:prstGeom prst="rect">
            <a:avLst/>
          </a:prstGeom>
          <a:solidFill>
            <a:srgbClr val="7A6547"/>
          </a:solidFill>
          <a:ln w="9525">
            <a:solidFill>
              <a:srgbClr val="1C1C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508450" y="1828800"/>
            <a:ext cx="3174950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873900" y="1828800"/>
            <a:ext cx="3175099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43000" y="4295775"/>
            <a:ext cx="3174950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08450" y="4295775"/>
            <a:ext cx="3174950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873900" y="4295775"/>
            <a:ext cx="3175099" cy="227647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121550" y="4810125"/>
            <a:ext cx="49530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693050" y="4810125"/>
            <a:ext cx="61912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388375" y="4810125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121550" y="5162550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40700" y="5162550"/>
            <a:ext cx="86677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883675" y="5162550"/>
            <a:ext cx="619125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121550" y="5514975"/>
            <a:ext cx="74295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40700" y="5514975"/>
            <a:ext cx="495300" cy="276225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con-gem-cd1cb6e7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650" y="4810125"/>
            <a:ext cx="266700" cy="266700"/>
          </a:xfrm>
          <a:prstGeom prst="rect">
            <a:avLst/>
          </a:prstGeom>
        </p:spPr>
      </p:pic>
      <p:pic>
        <p:nvPicPr>
          <p:cNvPr id="22" name="Picture 21" descr="icon-sparkles-6767e3d1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0" y="4810125"/>
            <a:ext cx="266700" cy="266700"/>
          </a:xfrm>
          <a:prstGeom prst="rect">
            <a:avLst/>
          </a:prstGeom>
        </p:spPr>
      </p:pic>
      <p:pic>
        <p:nvPicPr>
          <p:cNvPr id="23" name="Picture 22" descr="icon-heart-8c13c3df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850" y="4810125"/>
            <a:ext cx="266700" cy="266700"/>
          </a:xfrm>
          <a:prstGeom prst="rect">
            <a:avLst/>
          </a:prstGeom>
        </p:spPr>
      </p:pic>
      <p:pic>
        <p:nvPicPr>
          <p:cNvPr id="24" name="Picture 23" descr="icon-compass-271809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950" y="481012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1143000"/>
            <a:ext cx="99631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C1C"/>
                </a:solidFill>
                <a:latin typeface="Noto Serif TC"/>
                <a:ea typeface="Noto Serif TC"/>
              </a:rPr>
              <a:t>Design System · 靜物極簡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0650" y="2066925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色票 60-30-10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0650" y="2800350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1C1C1C">
                    <a:alpha val="80000"/>
                  </a:srgbClr>
                </a:solidFill>
                <a:latin typeface="ui-monospace"/>
                <a:ea typeface="ui-monospace"/>
              </a:rPr>
              <a:t>#1C1C1C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2800350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1C1C1C">
                    <a:alpha val="80000"/>
                  </a:srgbClr>
                </a:solidFill>
                <a:latin typeface="ui-monospace"/>
                <a:ea typeface="ui-monospace"/>
              </a:rPr>
              <a:t>#F3F1EC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0350" y="2800350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1C1C1C">
                    <a:alpha val="80000"/>
                  </a:srgbClr>
                </a:solidFill>
                <a:latin typeface="ui-monospace"/>
                <a:ea typeface="ui-monospace"/>
              </a:rPr>
              <a:t>#1C1C1C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476625"/>
            <a:ext cx="66675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5"/>
              </a:lnSpc>
            </a:pPr>
            <a:r>
              <a:rPr sz="825" b="0">
                <a:solidFill>
                  <a:srgbClr val="1C1C1C">
                    <a:alpha val="80000"/>
                  </a:srgbClr>
                </a:solidFill>
                <a:latin typeface="ui-monospace"/>
                <a:ea typeface="ui-monospace"/>
              </a:rPr>
              <a:t>#7A6547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714750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>
                <a:solidFill>
                  <a:srgbClr val="1C1C1C">
                    <a:alpha val="70000"/>
                  </a:srgbClr>
                </a:solidFill>
                <a:latin typeface="Noto Sans TC"/>
                <a:ea typeface="Noto Sans TC"/>
              </a:rPr>
              <a:t>主色 · 背景 · 文字 · 強調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6100" y="2066925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字型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6100" y="2343150"/>
            <a:ext cx="2736800" cy="81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rgbClr val="1C1C1C"/>
                </a:solidFill>
                <a:latin typeface="Noto Serif TC"/>
                <a:ea typeface="Noto Serif TC"/>
              </a:rPr>
              <a:t>標題 Noto Serif 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6100" y="3234630"/>
            <a:ext cx="2736800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1C1C1C"/>
                </a:solidFill>
                <a:latin typeface="Noto Sans TC"/>
                <a:ea typeface="Noto Sans TC"/>
              </a:rPr>
              <a:t>內文 Noto Sans TC · 字級 72 / 40 / 22 / 14 · 行距 1.8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1550" y="2066925"/>
            <a:ext cx="27369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底稿風格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1550" y="2343150"/>
            <a:ext cx="2736949" cy="426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rgbClr val="1C1C1C"/>
                </a:solidFill>
                <a:latin typeface="Noto Serif TC"/>
                <a:ea typeface="Noto Serif TC"/>
              </a:rPr>
              <a:t>純色極簡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1550" y="2846040"/>
            <a:ext cx="2736949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>
                <a:solidFill>
                  <a:srgbClr val="1C1C1C"/>
                </a:solidFill>
                <a:latin typeface="Noto Sans TC"/>
                <a:ea typeface="Noto Sans TC"/>
              </a:rPr>
              <a:t>純色不加圖層；封面左半全高照片；卡片只用上緣細線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0650" y="4533900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元件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0650" y="5191125"/>
            <a:ext cx="2736800" cy="525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1C1C1C"/>
                </a:solidFill>
                <a:latin typeface="Noto Sans TC"/>
                <a:ea typeface="Noto Sans TC"/>
              </a:rPr>
              <a:t>Lucide icon 粗細 1.5 · 卡片圓角 0px · 頁碼右下 14px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6100" y="4533900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場景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6100" y="4810125"/>
            <a:ext cx="2736800" cy="28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>
                <a:solidFill>
                  <a:srgbClr val="1C1C1C"/>
                </a:solidFill>
                <a:latin typeface="Noto Sans TC"/>
                <a:ea typeface="Noto Sans TC"/>
              </a:rPr>
              <a:t>精品、設計工作室、作品集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6100" y="5168205"/>
            <a:ext cx="273680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>
                <a:solidFill>
                  <a:srgbClr val="1C1C1C">
                    <a:alpha val="70000"/>
                  </a:srgbClr>
                </a:solidFill>
                <a:latin typeface="Noto Sans TC"/>
                <a:ea typeface="Noto Sans TC"/>
              </a:rPr>
              <a:t>留白極大（頁邊 120px）· 每頁 ≤35 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1550" y="4533900"/>
            <a:ext cx="27369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900" b="0" spc="225">
                <a:solidFill>
                  <a:srgbClr val="7A6547"/>
                </a:solidFill>
                <a:latin typeface="Noto Sans TC"/>
                <a:ea typeface="Noto Sans TC"/>
              </a:rPr>
              <a:t>頁型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1550" y="4810125"/>
            <a:ext cx="55245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封面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93050" y="4810125"/>
            <a:ext cx="67627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章節頁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88375" y="4810125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三欄重點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1550" y="5162550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左文右圖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0700" y="5162550"/>
            <a:ext cx="92392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一頁一數字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83675" y="5162550"/>
            <a:ext cx="676275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章節頁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1550" y="5514975"/>
            <a:ext cx="8001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步驟流程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40700" y="5514975"/>
            <a:ext cx="55245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975" b="0">
                <a:solidFill>
                  <a:srgbClr val="1C1C1C"/>
                </a:solidFill>
                <a:latin typeface="Noto Sans TC"/>
                <a:ea typeface="Noto Sans TC"/>
              </a:rPr>
              <a:t>封底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2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6858000"/>
          </a:xfrm>
          <a:prstGeom prst="rect">
            <a:avLst/>
          </a:prstGeom>
          <a:solidFill>
            <a:srgbClr val="D9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" y="6477000"/>
            <a:ext cx="30549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照片佔位：搜尋 single object on linen soft shadow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627262"/>
            <a:ext cx="5162550" cy="312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200" b="0" spc="359">
                <a:solidFill>
                  <a:srgbClr val="7A6547"/>
                </a:solidFill>
                <a:latin typeface="Noto Sans TC"/>
                <a:ea typeface="Noto Sans TC"/>
              </a:rPr>
              <a:t>STILL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3092053"/>
            <a:ext cx="5162550" cy="16838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  <a:p>
            <a:pPr algn="l">
              <a:lnSpc>
                <a:spcPts val="6480"/>
              </a:lnSpc>
            </a:pPr>
            <a:r>
              <a:rPr sz="5400" b="1">
                <a:solidFill>
                  <a:srgbClr val="1C1C1C"/>
                </a:solidFill>
                <a:latin typeface="Noto Serif TC"/>
                <a:ea typeface="Noto Serif TC"/>
              </a:rPr>
              <a:t>秋季系列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928294"/>
            <a:ext cx="5162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少一點，留久一點。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3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F3F1E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72630"/>
            <a:ext cx="996315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sz="9000" b="1">
                <a:solidFill>
                  <a:srgbClr val="F3F1EC">
                    <a:alpha val="35000"/>
                  </a:srgbClr>
                </a:solidFill>
                <a:latin typeface="Noto Serif TC"/>
                <a:ea typeface="Noto Serif T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691830"/>
            <a:ext cx="9963150" cy="73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sz="4200" b="1">
                <a:solidFill>
                  <a:srgbClr val="F3F1EC"/>
                </a:solidFill>
                <a:latin typeface="Noto Serif TC"/>
                <a:ea typeface="Noto Serif TC"/>
              </a:rPr>
              <a:t>作品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F3F1EC"/>
                </a:solidFill>
                <a:latin typeface="Noto Sans TC"/>
                <a:ea typeface="Noto Sans T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43000" y="2854672"/>
            <a:ext cx="3048000" cy="187255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0" y="2854672"/>
            <a:ext cx="3048000" cy="187255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001000" y="2854672"/>
            <a:ext cx="3048000" cy="1872555"/>
          </a:xfrm>
          <a:prstGeom prst="rect">
            <a:avLst/>
          </a:prstGeom>
          <a:noFill/>
          <a:ln w="9525">
            <a:solidFill>
              <a:srgbClr val="1C1C1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on-gem-cd1cb6e7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3092797"/>
            <a:ext cx="381000" cy="381000"/>
          </a:xfrm>
          <a:prstGeom prst="rect">
            <a:avLst/>
          </a:prstGeom>
        </p:spPr>
      </p:pic>
      <p:pic>
        <p:nvPicPr>
          <p:cNvPr id="7" name="Picture 6" descr="icon-sparkles-6767e3d1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3092797"/>
            <a:ext cx="381000" cy="381000"/>
          </a:xfrm>
          <a:prstGeom prst="rect">
            <a:avLst/>
          </a:prstGeom>
        </p:spPr>
      </p:pic>
      <p:pic>
        <p:nvPicPr>
          <p:cNvPr id="8" name="Picture 7" descr="icon-heart-8c13c3df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5800" y="3092797"/>
            <a:ext cx="3810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143000"/>
            <a:ext cx="99631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C1C"/>
                </a:solidFill>
                <a:latin typeface="Noto Serif TC"/>
                <a:ea typeface="Noto Serif TC"/>
              </a:rPr>
              <a:t>三件事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7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手工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7800" y="404529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一件一件做。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限量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0" y="404529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做完就沒有。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可修復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404529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壞了送回來。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362700" y="2033587"/>
            <a:ext cx="4686300" cy="3514725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143000"/>
            <a:ext cx="99631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C1C"/>
                </a:solidFill>
                <a:latin typeface="Noto Serif TC"/>
                <a:ea typeface="Noto Serif TC"/>
              </a:rPr>
              <a:t>這一季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15679"/>
            <a:ext cx="4743450" cy="6819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三種材質，兩種尺寸。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59509"/>
            <a:ext cx="4743450" cy="691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顏色只有一個。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12865"/>
            <a:ext cx="4743450" cy="691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九月十五日開始。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200" y="5167312"/>
            <a:ext cx="305499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F3F1EC"/>
                </a:solidFill>
                <a:latin typeface="Noto Sans TC"/>
                <a:ea typeface="Noto Sans TC"/>
              </a:rPr>
              <a:t>照片佔位：搜尋 single object on linen soft shadow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39379"/>
            <a:ext cx="9963150" cy="194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0"/>
              </a:lnSpc>
            </a:pPr>
            <a:r>
              <a:rPr sz="15000" b="1">
                <a:solidFill>
                  <a:srgbClr val="7A6547"/>
                </a:solidFill>
                <a:latin typeface="Noto Serif TC"/>
                <a:ea typeface="Noto Serif TC"/>
              </a:rPr>
              <a:t>12 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72979"/>
            <a:ext cx="61531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本季全部作品。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678709"/>
            <a:ext cx="6153150" cy="27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050" b="0">
                <a:solidFill>
                  <a:srgbClr val="1C1C1C">
                    <a:alpha val="85000"/>
                  </a:srgbClr>
                </a:solidFill>
                <a:latin typeface="Noto Sans TC"/>
                <a:ea typeface="Noto Sans TC"/>
              </a:rPr>
              <a:t>示意數字，換成你的。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3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F3F1E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72630"/>
            <a:ext cx="9963150" cy="1181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sz="9000" b="1">
                <a:solidFill>
                  <a:srgbClr val="F3F1EC">
                    <a:alpha val="35000"/>
                  </a:srgbClr>
                </a:solidFill>
                <a:latin typeface="Noto Serif TC"/>
                <a:ea typeface="Noto Serif T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691830"/>
            <a:ext cx="9963150" cy="73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459"/>
              </a:lnSpc>
            </a:pPr>
            <a:r>
              <a:rPr sz="4200" b="1">
                <a:solidFill>
                  <a:srgbClr val="F3F1EC"/>
                </a:solidFill>
                <a:latin typeface="Noto Serif TC"/>
                <a:ea typeface="Noto Serif TC"/>
              </a:rPr>
              <a:t>購買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F3F1EC"/>
                </a:solidFill>
                <a:latin typeface="Noto Sans TC"/>
                <a:ea typeface="Noto Sans T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43000" y="2911822"/>
            <a:ext cx="3048000" cy="1758255"/>
          </a:xfrm>
          <a:prstGeom prst="rect">
            <a:avLst/>
          </a:prstGeom>
          <a:noFill/>
          <a:ln w="9525">
            <a:solidFill>
              <a:srgbClr val="7A6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0" y="2911822"/>
            <a:ext cx="3048000" cy="1758255"/>
          </a:xfrm>
          <a:prstGeom prst="rect">
            <a:avLst/>
          </a:prstGeom>
          <a:noFill/>
          <a:ln w="9525">
            <a:solidFill>
              <a:srgbClr val="7A6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001000" y="2911822"/>
            <a:ext cx="3048000" cy="1758255"/>
          </a:xfrm>
          <a:prstGeom prst="rect">
            <a:avLst/>
          </a:prstGeom>
          <a:noFill/>
          <a:ln w="9525">
            <a:solidFill>
              <a:srgbClr val="7A65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143000"/>
            <a:ext cx="99631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C1C"/>
                </a:solidFill>
                <a:latin typeface="Noto Serif TC"/>
                <a:ea typeface="Noto Serif TC"/>
              </a:rPr>
              <a:t>三步開始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800" y="3149947"/>
            <a:ext cx="24955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>
                <a:solidFill>
                  <a:srgbClr val="7A6547"/>
                </a:solidFill>
                <a:latin typeface="Noto Serif TC"/>
                <a:ea typeface="Noto Serif T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預約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7800" y="402624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看件要預約。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800" y="3149947"/>
            <a:ext cx="24955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>
                <a:solidFill>
                  <a:srgbClr val="7A6547"/>
                </a:solidFill>
                <a:latin typeface="Noto Serif TC"/>
                <a:ea typeface="Noto Serif T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看件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0" y="402624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一次一位。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149947"/>
            <a:ext cx="24955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>
                <a:solidFill>
                  <a:srgbClr val="7A6547"/>
                </a:solidFill>
                <a:latin typeface="Noto Serif TC"/>
                <a:ea typeface="Noto Serif T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664297"/>
            <a:ext cx="2495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取件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4026247"/>
            <a:ext cx="24955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做好通知你。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uxe-1-bak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3110" y="762000"/>
            <a:ext cx="503039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350" b="1" spc="405">
                <a:solidFill>
                  <a:srgbClr val="1C1C1C"/>
                </a:solidFill>
                <a:latin typeface="Noto Serif TC"/>
                <a:ea typeface="Noto Serif TC"/>
              </a:rPr>
              <a:t>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840384"/>
            <a:ext cx="99631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C1C"/>
                </a:solidFill>
                <a:latin typeface="Noto Serif TC"/>
                <a:ea typeface="Noto Serif TC"/>
              </a:rPr>
              <a:t>留久一點。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640484"/>
            <a:ext cx="9963150" cy="4152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1650" b="0">
                <a:solidFill>
                  <a:srgbClr val="1C1C1C"/>
                </a:solidFill>
                <a:latin typeface="Noto Sans TC"/>
                <a:ea typeface="Noto Sans TC"/>
              </a:rPr>
              <a:t>still@example.com（示意，換成你的）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6273" y="6362700"/>
            <a:ext cx="1998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0">
                <a:solidFill>
                  <a:srgbClr val="1C1C1C"/>
                </a:solidFill>
                <a:latin typeface="Noto Sans TC"/>
                <a:ea typeface="Noto Sans TC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